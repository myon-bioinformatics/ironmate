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8016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ynthetic target 1"/>
          <p:cNvSpPr/>
          <p:nvPr/>
        </p:nvSpPr>
        <p:spPr>
          <a:xfrm>
            <a:off x="9144000" y="7315200"/>
            <a:ext cx="914400" cy="457200"/>
          </a:xfrm>
          <a:prstGeom prst="rect">
            <a:avLst/>
          </a:prstGeom>
          <a:solidFill>
            <a:srgbClr val="F0F0F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000000"/>
                </a:solidFill>
                <a:latin typeface="DejaVu Sans"/>
              </a:rPr>
              <a:t>Box </a:t>
            </a:r>
            <a:r>
              <a:rPr sz="1000" b="0">
                <a:solidFill>
                  <a:srgbClr val="000000"/>
                </a:solidFill>
                <a:latin typeface="DejaVu Sans"/>
              </a:rPr>
              <a:t>1</a:t>
            </a:r>
          </a:p>
        </p:txBody>
      </p:sp>
      <p:sp>
        <p:nvSpPr>
          <p:cNvPr id="3" name="Synthetic target 2"/>
          <p:cNvSpPr/>
          <p:nvPr/>
        </p:nvSpPr>
        <p:spPr>
          <a:xfrm>
            <a:off x="9281160" y="7406640"/>
            <a:ext cx="1828800" cy="685800"/>
          </a:xfrm>
          <a:prstGeom prst="rect">
            <a:avLst/>
          </a:prstGeom>
          <a:solidFill>
            <a:srgbClr val="E1E1E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000000"/>
                </a:solidFill>
                <a:latin typeface="DejaVu Sans"/>
              </a:rPr>
              <a:t>Box </a:t>
            </a:r>
            <a:r>
              <a:rPr sz="1000" b="0">
                <a:solidFill>
                  <a:srgbClr val="000000"/>
                </a:solidFill>
                <a:latin typeface="DejaVu Sans"/>
              </a:rPr>
              <a:t>2</a:t>
            </a:r>
          </a:p>
        </p:txBody>
      </p:sp>
      <p:sp>
        <p:nvSpPr>
          <p:cNvPr id="4" name="Synthetic target 3"/>
          <p:cNvSpPr/>
          <p:nvPr/>
        </p:nvSpPr>
        <p:spPr>
          <a:xfrm>
            <a:off x="9418320" y="7498079"/>
            <a:ext cx="1371600" cy="1143000"/>
          </a:xfrm>
          <a:prstGeom prst="rect">
            <a:avLst/>
          </a:prstGeom>
          <a:solidFill>
            <a:srgbClr val="D2D2D2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000000"/>
                </a:solidFill>
                <a:latin typeface="DejaVu Sans"/>
              </a:rPr>
              <a:t>Box </a:t>
            </a:r>
            <a:r>
              <a:rPr sz="1000" b="0">
                <a:solidFill>
                  <a:srgbClr val="000000"/>
                </a:solidFill>
                <a:latin typeface="DejaVu Sans"/>
              </a:rPr>
              <a:t>3</a:t>
            </a:r>
          </a:p>
        </p:txBody>
      </p:sp>
      <p:sp>
        <p:nvSpPr>
          <p:cNvPr id="5" name="Synthetic target 4"/>
          <p:cNvSpPr/>
          <p:nvPr/>
        </p:nvSpPr>
        <p:spPr>
          <a:xfrm>
            <a:off x="9555480" y="7589520"/>
            <a:ext cx="685800" cy="914400"/>
          </a:xfrm>
          <a:prstGeom prst="rect">
            <a:avLst/>
          </a:prstGeom>
          <a:solidFill>
            <a:srgbClr val="C3C3C3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000000"/>
                </a:solidFill>
                <a:latin typeface="DejaVu Sans"/>
              </a:rPr>
              <a:t>Box </a:t>
            </a:r>
            <a:r>
              <a:rPr sz="1000" b="0">
                <a:solidFill>
                  <a:srgbClr val="000000"/>
                </a:solidFill>
                <a:latin typeface="DejaVu Sans"/>
              </a:rPr>
              <a:t>4</a:t>
            </a:r>
          </a:p>
        </p:txBody>
      </p:sp>
      <p:sp>
        <p:nvSpPr>
          <p:cNvPr id="6" name="Synthetic target 5"/>
          <p:cNvSpPr/>
          <p:nvPr/>
        </p:nvSpPr>
        <p:spPr>
          <a:xfrm>
            <a:off x="9692640" y="7680960"/>
            <a:ext cx="1143000" cy="548640"/>
          </a:xfrm>
          <a:prstGeom prst="rect">
            <a:avLst/>
          </a:prstGeom>
          <a:solidFill>
            <a:srgbClr val="B4B4B4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000000"/>
                </a:solidFill>
                <a:latin typeface="DejaVu Sans"/>
              </a:rPr>
              <a:t>Box </a:t>
            </a:r>
            <a:r>
              <a:rPr sz="1000" b="0">
                <a:solidFill>
                  <a:srgbClr val="000000"/>
                </a:solidFill>
                <a:latin typeface="DejaVu Sans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latin typeface="DejaVu Sans"/>
              </a:rPr>
              <a:t>Synthetic layout fixture: unchanged label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