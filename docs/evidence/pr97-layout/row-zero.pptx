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arget 1"/>
          <p:cNvSpPr/>
          <p:nvPr/>
        </p:nvSpPr>
        <p:spPr>
          <a:xfrm>
            <a:off x="2514600" y="914400"/>
            <a:ext cx="914400" cy="4572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" name="Synthetic target 2"/>
          <p:cNvSpPr/>
          <p:nvPr/>
        </p:nvSpPr>
        <p:spPr>
          <a:xfrm>
            <a:off x="6172200" y="914400"/>
            <a:ext cx="1828800" cy="685800"/>
          </a:xfrm>
          <a:prstGeom prst="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4" name="Synthetic target 3"/>
          <p:cNvSpPr/>
          <p:nvPr/>
        </p:nvSpPr>
        <p:spPr>
          <a:xfrm>
            <a:off x="8001000" y="914400"/>
            <a:ext cx="1371600" cy="1143000"/>
          </a:xfrm>
          <a:prstGeom prst="rect">
            <a:avLst/>
          </a:prstGeom>
          <a:solidFill>
            <a:srgbClr val="D2D2D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5" name="Synthetic target 4"/>
          <p:cNvSpPr/>
          <p:nvPr/>
        </p:nvSpPr>
        <p:spPr>
          <a:xfrm>
            <a:off x="4343400" y="914400"/>
            <a:ext cx="685800" cy="914400"/>
          </a:xfrm>
          <a:prstGeom prst="rect">
            <a:avLst/>
          </a:prstGeom>
          <a:solidFill>
            <a:srgbClr val="C3C3C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6" name="Synthetic target 5"/>
          <p:cNvSpPr/>
          <p:nvPr/>
        </p:nvSpPr>
        <p:spPr>
          <a:xfrm>
            <a:off x="685800" y="914400"/>
            <a:ext cx="1143000" cy="548640"/>
          </a:xfrm>
          <a:prstGeom prst="rect">
            <a:avLst/>
          </a:prstGeom>
          <a:solidFill>
            <a:srgbClr val="B4B4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DejaVu Sans"/>
              </a:rPr>
              <a:t>Synthetic layout fixture: unchanged 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