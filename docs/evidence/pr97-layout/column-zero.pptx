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685800" y="205740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685800" y="434340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685800" y="5486400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685800" y="320040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685800" y="91440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